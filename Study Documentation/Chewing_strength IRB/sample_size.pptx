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9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43B88-AEBF-4297-97C5-6D5D5F168D22}" type="datetimeFigureOut">
              <a:rPr lang="en-US" smtClean="0"/>
              <a:t>2/9/2018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15CBB-0FC9-4D51-8940-8E8C0870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09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215CBB-0FC9-4D51-8940-8E8C0870D5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77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(Sample Size-12)</a:t>
            </a:r>
            <a:endParaRPr lang="en-US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54129990"/>
                  </p:ext>
                </p:extLst>
              </p:nvPr>
            </p:nvGraphicFramePr>
            <p:xfrm>
              <a:off x="533400" y="838200"/>
              <a:ext cx="8153400" cy="2291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0680"/>
                    <a:gridCol w="1630680"/>
                    <a:gridCol w="1630680"/>
                    <a:gridCol w="1630680"/>
                    <a:gridCol w="163068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Significance level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EMG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Flex Sensor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Strain Sensor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Pressure Sensor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Do not 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Do not 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>
                              <a:solidFill>
                                <a:srgbClr val="FF0000"/>
                              </a:solidFill>
                            </a:rPr>
                            <a:t>Do not 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Reject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solidFill>
                                        <a:srgbClr val="00B050"/>
                                      </a:solidFill>
                                      <a:latin typeface="Cambria Math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51031707"/>
                  </p:ext>
                </p:extLst>
              </p:nvPr>
            </p:nvGraphicFramePr>
            <p:xfrm>
              <a:off x="533400" y="838200"/>
              <a:ext cx="8153400" cy="2291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30680"/>
                    <a:gridCol w="1630680"/>
                    <a:gridCol w="1630680"/>
                    <a:gridCol w="1630680"/>
                    <a:gridCol w="163068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Significance level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EMG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Flex Sensor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Strain Sensor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Pressure Sensor</a:t>
                          </a:r>
                          <a:endParaRPr lang="en-US" dirty="0"/>
                        </a:p>
                      </a:txBody>
                      <a:tcPr/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.01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104762" r="-299254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749" t="-104762" r="-200375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99627" t="-104762" r="-99627" b="-1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1124" t="-104762" b="-171429"/>
                          </a:stretch>
                        </a:blipFill>
                      </a:tcPr>
                    </a:tc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206731" r="-299254" b="-7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749" t="-206731" r="-200375" b="-7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99627" t="-206731" r="-99627" b="-7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1124" t="-206731" b="-7307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.10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522951" r="-29925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749" t="-522951" r="-20037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99627" t="-522951" r="-9962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01124" t="-522951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1888748"/>
              </p:ext>
            </p:extLst>
          </p:nvPr>
        </p:nvGraphicFramePr>
        <p:xfrm>
          <a:off x="533400" y="3962400"/>
          <a:ext cx="8153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680"/>
                <a:gridCol w="1630680"/>
                <a:gridCol w="1630680"/>
                <a:gridCol w="1630680"/>
                <a:gridCol w="16306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Flex Sensor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Strain Sensor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Pressure Sensor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.80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143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117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156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.95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133859" y="3505200"/>
            <a:ext cx="35339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</a:t>
            </a:r>
            <a:r>
              <a:rPr lang="en-US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(Required Sample Size)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812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3867</TotalTime>
  <Words>132</Words>
  <Application>Microsoft Office PowerPoint</Application>
  <PresentationFormat>On-screen Show (4:3)</PresentationFormat>
  <Paragraphs>43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Summary (Sample Size-12)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Student1</dc:creator>
  <cp:lastModifiedBy>Student1</cp:lastModifiedBy>
  <cp:revision>22</cp:revision>
  <dcterms:created xsi:type="dcterms:W3CDTF">2006-08-16T00:00:00Z</dcterms:created>
  <dcterms:modified xsi:type="dcterms:W3CDTF">2018-02-09T15:07:04Z</dcterms:modified>
</cp:coreProperties>
</file>